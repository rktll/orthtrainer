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8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4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137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18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2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28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46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0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12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8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105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031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115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885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561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49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8AF95-0867-4043-8582-F8EB41206816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16141-BD64-482C-BFC1-4FF16CD16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666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97B9BC-0676-90F1-27E7-D2B5F05446B4}"/>
              </a:ext>
            </a:extLst>
          </p:cNvPr>
          <p:cNvSpPr txBox="1"/>
          <p:nvPr/>
        </p:nvSpPr>
        <p:spPr>
          <a:xfrm>
            <a:off x="2365878" y="2044005"/>
            <a:ext cx="7460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Разработка интерактивного тренажёра</a:t>
            </a:r>
          </a:p>
          <a:p>
            <a:pPr algn="ctr"/>
            <a:r>
              <a:rPr lang="ru-RU" sz="280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по орфографии русского языка</a:t>
            </a:r>
          </a:p>
          <a:p>
            <a:pPr algn="ctr"/>
            <a:r>
              <a:rPr lang="ru-RU" sz="280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на языке программирования Python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A3377-C8D5-F96A-1B93-A5EC247A5F97}"/>
              </a:ext>
            </a:extLst>
          </p:cNvPr>
          <p:cNvSpPr txBox="1"/>
          <p:nvPr/>
        </p:nvSpPr>
        <p:spPr>
          <a:xfrm>
            <a:off x="5893149" y="4906230"/>
            <a:ext cx="440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Выполнил: Соколов Андрей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1D8D6-0FA0-217C-7E79-8AD8FCD9C466}"/>
              </a:ext>
            </a:extLst>
          </p:cNvPr>
          <p:cNvSpPr txBox="1"/>
          <p:nvPr/>
        </p:nvSpPr>
        <p:spPr>
          <a:xfrm>
            <a:off x="7700930" y="5970192"/>
            <a:ext cx="3442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Год выполнения: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41B1D-7578-8545-0A1F-469EF798931E}"/>
              </a:ext>
            </a:extLst>
          </p:cNvPr>
          <p:cNvSpPr txBox="1"/>
          <p:nvPr/>
        </p:nvSpPr>
        <p:spPr>
          <a:xfrm>
            <a:off x="5893149" y="5367895"/>
            <a:ext cx="300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ГБОУ Лицей </a:t>
            </a:r>
            <a:r>
              <a:rPr lang="en-US" sz="2400" dirty="0">
                <a:latin typeface="Century Gothic" panose="020B0502020202020204" pitchFamily="34" charset="0"/>
              </a:rPr>
              <a:t>N°</a:t>
            </a:r>
            <a:r>
              <a:rPr lang="ru-RU" sz="2400" dirty="0">
                <a:latin typeface="Century Gothic" panose="020B0502020202020204" pitchFamily="34" charset="0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350692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C8A770-D4B5-D546-4747-40F4FBEEFD07}"/>
              </a:ext>
            </a:extLst>
          </p:cNvPr>
          <p:cNvSpPr txBox="1"/>
          <p:nvPr/>
        </p:nvSpPr>
        <p:spPr>
          <a:xfrm>
            <a:off x="4014952" y="422515"/>
            <a:ext cx="4162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Актуальность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26B41-D8CB-5055-06E9-ECA1FFF1C6CD}"/>
              </a:ext>
            </a:extLst>
          </p:cNvPr>
          <p:cNvSpPr txBox="1"/>
          <p:nvPr/>
        </p:nvSpPr>
        <p:spPr>
          <a:xfrm>
            <a:off x="1702676" y="2084026"/>
            <a:ext cx="753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Высокая сложность орфографических правил русского языка требует постоянной практики.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07814-4334-634F-5BA1-904BF419CC58}"/>
              </a:ext>
            </a:extLst>
          </p:cNvPr>
          <p:cNvSpPr txBox="1"/>
          <p:nvPr/>
        </p:nvSpPr>
        <p:spPr>
          <a:xfrm>
            <a:off x="3733275" y="3328100"/>
            <a:ext cx="73088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Существующие бумажные пособия не дают мгновенной обратной связи, в то время как интерактивный тренажёр позволяет автоматизировать процесс проверки знаний и сделать обучение более динамичным.</a:t>
            </a:r>
          </a:p>
        </p:txBody>
      </p:sp>
    </p:spTree>
    <p:extLst>
      <p:ext uri="{BB962C8B-B14F-4D97-AF65-F5344CB8AC3E}">
        <p14:creationId xmlns:p14="http://schemas.microsoft.com/office/powerpoint/2010/main" val="162855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8013BC-2097-880D-3CCA-177F23F1CE08}"/>
              </a:ext>
            </a:extLst>
          </p:cNvPr>
          <p:cNvSpPr txBox="1"/>
          <p:nvPr/>
        </p:nvSpPr>
        <p:spPr>
          <a:xfrm>
            <a:off x="3901440" y="447740"/>
            <a:ext cx="4389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Цель и задачи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50D3D-CF3A-9AEA-C6A1-FA72BC505C2C}"/>
              </a:ext>
            </a:extLst>
          </p:cNvPr>
          <p:cNvSpPr txBox="1"/>
          <p:nvPr/>
        </p:nvSpPr>
        <p:spPr>
          <a:xfrm>
            <a:off x="2560319" y="1478134"/>
            <a:ext cx="6009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Цель: Создать приложение-тренажёр для отработки ключевых орфографических навыков.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0ADDD-5F02-5FAA-4396-40AD941665D2}"/>
              </a:ext>
            </a:extLst>
          </p:cNvPr>
          <p:cNvSpPr txBox="1"/>
          <p:nvPr/>
        </p:nvSpPr>
        <p:spPr>
          <a:xfrm>
            <a:off x="3291841" y="2840710"/>
            <a:ext cx="65899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Задачи: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Изучить библиотеку PyQt6 для создания графического интерфейса.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Реализовать систему хранения данных на базе формата CSV.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Разработать алгоритм случайной генерации тестов.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15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5D167A-2133-82F5-9356-82131AC1CE4B}"/>
              </a:ext>
            </a:extLst>
          </p:cNvPr>
          <p:cNvSpPr txBox="1"/>
          <p:nvPr/>
        </p:nvSpPr>
        <p:spPr>
          <a:xfrm>
            <a:off x="3554598" y="460353"/>
            <a:ext cx="508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Объект и предмет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24A6C-AF55-02C9-D46C-127926D5884F}"/>
              </a:ext>
            </a:extLst>
          </p:cNvPr>
          <p:cNvSpPr txBox="1"/>
          <p:nvPr/>
        </p:nvSpPr>
        <p:spPr>
          <a:xfrm>
            <a:off x="2796802" y="1605905"/>
            <a:ext cx="4042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Объект проекта: Процесс обучения и самопроверки навыков грамотного письма.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79B13-4EE2-1C82-4444-7A27112EE370}"/>
              </a:ext>
            </a:extLst>
          </p:cNvPr>
          <p:cNvSpPr txBox="1"/>
          <p:nvPr/>
        </p:nvSpPr>
        <p:spPr>
          <a:xfrm>
            <a:off x="5019740" y="3682435"/>
            <a:ext cx="51710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Предмет проекта: Программная реализация интерактивной среды для тестирования знаний по орфографии.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529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4627F-6C8B-85B6-987C-769A473BF2E9}"/>
              </a:ext>
            </a:extLst>
          </p:cNvPr>
          <p:cNvSpPr txBox="1"/>
          <p:nvPr/>
        </p:nvSpPr>
        <p:spPr>
          <a:xfrm>
            <a:off x="3422168" y="435127"/>
            <a:ext cx="534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Архитектура приложения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EA978-8BEB-9FE9-FCCA-5C10D6A1E729}"/>
              </a:ext>
            </a:extLst>
          </p:cNvPr>
          <p:cNvSpPr txBox="1"/>
          <p:nvPr/>
        </p:nvSpPr>
        <p:spPr>
          <a:xfrm>
            <a:off x="2419480" y="1308704"/>
            <a:ext cx="36765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Технологический стек: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Python 3.14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библиотека PyQt6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CSV (база данных)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Библиотека </a:t>
            </a:r>
            <a:r>
              <a:rPr lang="en-US" sz="2400" dirty="0">
                <a:latin typeface="Century Gothic" panose="020B0502020202020204" pitchFamily="34" charset="0"/>
              </a:rPr>
              <a:t>random.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7EB98-6D10-7686-DC70-57AC92A9E16B}"/>
              </a:ext>
            </a:extLst>
          </p:cNvPr>
          <p:cNvSpPr txBox="1"/>
          <p:nvPr/>
        </p:nvSpPr>
        <p:spPr>
          <a:xfrm>
            <a:off x="3422168" y="3247696"/>
            <a:ext cx="6976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Принцип работы: Программа построено на базе компонентного подхода. Каждый экран (меню, тест, правила, результат) — это отдельный программный класс. Переключение между ними реализовано через контейнер </a:t>
            </a:r>
            <a:r>
              <a:rPr lang="ru-RU" sz="2400" dirty="0" err="1">
                <a:latin typeface="Century Gothic" panose="020B0502020202020204" pitchFamily="34" charset="0"/>
              </a:rPr>
              <a:t>QStackedWidget</a:t>
            </a:r>
            <a:r>
              <a:rPr lang="ru-RU" sz="2400" dirty="0">
                <a:latin typeface="Century Gothic" panose="020B0502020202020204" pitchFamily="34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53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E7A089-6F54-C42F-0E8A-363488EDDC71}"/>
              </a:ext>
            </a:extLst>
          </p:cNvPr>
          <p:cNvSpPr txBox="1"/>
          <p:nvPr/>
        </p:nvSpPr>
        <p:spPr>
          <a:xfrm>
            <a:off x="3264512" y="353147"/>
            <a:ext cx="5662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Пользовательский интерфейс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481DDA-064B-634D-8035-0180355541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54"/>
          <a:stretch/>
        </p:blipFill>
        <p:spPr>
          <a:xfrm>
            <a:off x="6095999" y="1914087"/>
            <a:ext cx="5180093" cy="3593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2E9CE0-F89B-8212-644F-50D02E9E54EF}"/>
              </a:ext>
            </a:extLst>
          </p:cNvPr>
          <p:cNvSpPr txBox="1"/>
          <p:nvPr/>
        </p:nvSpPr>
        <p:spPr>
          <a:xfrm>
            <a:off x="1090975" y="1098385"/>
            <a:ext cx="68296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Интуитивно понятное меню с разделением на 5 тематических блоков: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Безударные гласные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Словарные слова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Суффиксы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Непроизносимые согласные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Микс (сборный тест).</a:t>
            </a:r>
          </a:p>
        </p:txBody>
      </p:sp>
    </p:spTree>
    <p:extLst>
      <p:ext uri="{BB962C8B-B14F-4D97-AF65-F5344CB8AC3E}">
        <p14:creationId xmlns:p14="http://schemas.microsoft.com/office/powerpoint/2010/main" val="222436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926EF-EFCD-F14A-C440-ED8528D4BC01}"/>
              </a:ext>
            </a:extLst>
          </p:cNvPr>
          <p:cNvSpPr txBox="1"/>
          <p:nvPr/>
        </p:nvSpPr>
        <p:spPr>
          <a:xfrm>
            <a:off x="3661804" y="554946"/>
            <a:ext cx="486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Тестирование и проверка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09D743-EA86-E1D7-1ABD-013F3DCA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04" y="1240097"/>
            <a:ext cx="3338459" cy="2612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4EC5C2-E5FF-FB43-CA65-CD8142DF2A73}"/>
              </a:ext>
            </a:extLst>
          </p:cNvPr>
          <p:cNvSpPr txBox="1"/>
          <p:nvPr/>
        </p:nvSpPr>
        <p:spPr>
          <a:xfrm>
            <a:off x="963188" y="1605843"/>
            <a:ext cx="5604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Алгоритм рандомизации заданий и вариантов ответа исключает запоминание позиции кнопки.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9D444-A9C8-8BD3-4F92-4F8650392E0F}"/>
              </a:ext>
            </a:extLst>
          </p:cNvPr>
          <p:cNvSpPr txBox="1"/>
          <p:nvPr/>
        </p:nvSpPr>
        <p:spPr>
          <a:xfrm>
            <a:off x="593224" y="2961783"/>
            <a:ext cx="51391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Использование кнопок с визуальной индикацией выбора обеспечивает удобство взаимодействия с программой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582B93-619E-2423-A566-673598DC9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096" y="4050902"/>
            <a:ext cx="3338459" cy="2345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96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F7075-EEB9-3E09-2109-D956F142F12E}"/>
              </a:ext>
            </a:extLst>
          </p:cNvPr>
          <p:cNvSpPr txBox="1"/>
          <p:nvPr/>
        </p:nvSpPr>
        <p:spPr>
          <a:xfrm>
            <a:off x="4872596" y="397290"/>
            <a:ext cx="2446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База правил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E06B93-2FD0-4A39-B042-208A187D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316" y="1141425"/>
            <a:ext cx="4567908" cy="3862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ECAB60-E394-7DA5-EA10-FF4B7F99A98E}"/>
              </a:ext>
            </a:extLst>
          </p:cNvPr>
          <p:cNvSpPr txBox="1"/>
          <p:nvPr/>
        </p:nvSpPr>
        <p:spPr>
          <a:xfrm>
            <a:off x="460354" y="2103291"/>
            <a:ext cx="59278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Каждая тема снабжена кнопкой «?». Это позволяет пользователю повторить теорию непосредственно перед началом теста, реализуя обучающую функцию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24292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9918B-A1CD-714F-A265-C241181D8FD7}"/>
              </a:ext>
            </a:extLst>
          </p:cNvPr>
          <p:cNvSpPr txBox="1"/>
          <p:nvPr/>
        </p:nvSpPr>
        <p:spPr>
          <a:xfrm>
            <a:off x="3568787" y="454046"/>
            <a:ext cx="5054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Система хранения данных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5E1B5-BF5A-0B1E-B31A-B16B443F2AFC}"/>
              </a:ext>
            </a:extLst>
          </p:cNvPr>
          <p:cNvSpPr txBox="1"/>
          <p:nvPr/>
        </p:nvSpPr>
        <p:spPr>
          <a:xfrm>
            <a:off x="3544088" y="2817649"/>
            <a:ext cx="6697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Выбор формата CSV вместо классической базы данных позволяет конечному пользователю (учителю) легко редактировать или дополнять список слов без навыков программирования.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D3DFA-73DA-975C-331E-34DC8BA2C2F7}"/>
              </a:ext>
            </a:extLst>
          </p:cNvPr>
          <p:cNvSpPr txBox="1"/>
          <p:nvPr/>
        </p:nvSpPr>
        <p:spPr>
          <a:xfrm>
            <a:off x="2074742" y="1481959"/>
            <a:ext cx="4817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В качестве системы хранения данных выступает </a:t>
            </a:r>
            <a:r>
              <a:rPr lang="en-US" sz="2400" dirty="0">
                <a:latin typeface="Century Gothic" panose="020B0502020202020204" pitchFamily="34" charset="0"/>
              </a:rPr>
              <a:t>CSV</a:t>
            </a:r>
            <a:endParaRPr lang="ru-RU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43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8A81F-D3AC-7ADA-D9C6-734335CBC344}"/>
              </a:ext>
            </a:extLst>
          </p:cNvPr>
          <p:cNvSpPr txBox="1"/>
          <p:nvPr/>
        </p:nvSpPr>
        <p:spPr>
          <a:xfrm>
            <a:off x="5348714" y="365760"/>
            <a:ext cx="1494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entury Gothic" panose="020B0502020202020204" pitchFamily="34" charset="0"/>
              </a:rPr>
              <a:t>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965ED-D6D5-9D70-A3C3-5AB96EFABD30}"/>
              </a:ext>
            </a:extLst>
          </p:cNvPr>
          <p:cNvSpPr txBox="1"/>
          <p:nvPr/>
        </p:nvSpPr>
        <p:spPr>
          <a:xfrm>
            <a:off x="1186617" y="1416038"/>
            <a:ext cx="4162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Итоги: В ходе работы был создан полноценный программный продукт, готовый к эксплуатации.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8C230-DADA-0ED5-C07B-04564EF726FE}"/>
              </a:ext>
            </a:extLst>
          </p:cNvPr>
          <p:cNvSpPr txBox="1"/>
          <p:nvPr/>
        </p:nvSpPr>
        <p:spPr>
          <a:xfrm>
            <a:off x="5348714" y="2200868"/>
            <a:ext cx="59782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Результаты: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Реализована база данных на 250 слов (по 50 на каждую тему).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Создана система мгновенной проверки ответов с подсчетом итогового балла.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Century Gothic" panose="020B0502020202020204" pitchFamily="34" charset="0"/>
              </a:rPr>
              <a:t>Разработан современный интерфейс с использованием QSS-стилей.</a:t>
            </a:r>
          </a:p>
        </p:txBody>
      </p:sp>
    </p:spTree>
    <p:extLst>
      <p:ext uri="{BB962C8B-B14F-4D97-AF65-F5344CB8AC3E}">
        <p14:creationId xmlns:p14="http://schemas.microsoft.com/office/powerpoint/2010/main" val="267569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80</TotalTime>
  <Words>333</Words>
  <Application>Microsoft Office PowerPoint</Application>
  <PresentationFormat>Широкоэкранный</PresentationFormat>
  <Paragraphs>46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Tw Cen MT</vt:lpstr>
      <vt:lpstr>Wingdings</vt:lpstr>
      <vt:lpstr>Контур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Соколов</dc:creator>
  <cp:lastModifiedBy>Андрей Соколов</cp:lastModifiedBy>
  <cp:revision>1</cp:revision>
  <dcterms:created xsi:type="dcterms:W3CDTF">2026-02-05T16:27:27Z</dcterms:created>
  <dcterms:modified xsi:type="dcterms:W3CDTF">2026-02-05T17:47:35Z</dcterms:modified>
</cp:coreProperties>
</file>